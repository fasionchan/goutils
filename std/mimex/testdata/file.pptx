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07A7F-A8D9-3841-98C4-E97F5F42A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0259BD-3A0C-1945-AE60-7235982EF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100C00-68CE-D34B-B449-03146BD2C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EE81-4B9E-3C44-8C59-A2F629DB098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7C6BA6-73DE-5840-8E49-2D203A9C4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96F6A-1C02-8343-BBC5-C296C717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5358-B657-8844-A47E-90D863467C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2468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50D32-051F-FB4B-A86B-A71DAF84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5A17A5-6185-B541-AB65-53AF7DBC3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7993D2-5112-F64A-A135-AF89F2759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EE81-4B9E-3C44-8C59-A2F629DB098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18DE80-42C2-3744-8D57-BD534C4C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2D045B-4DF9-394C-A4D9-31E548CAE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5358-B657-8844-A47E-90D863467C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14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686CF-A514-424D-B1EA-E4E3AAA38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A5982D-6BC4-EB49-8A71-CC0166749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6184DD-3247-4749-AF18-754BDC4F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EE81-4B9E-3C44-8C59-A2F629DB098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D70B22-5FED-D542-BFF8-EB0424EA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F016AB-0739-5944-88F3-E30A16A16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5358-B657-8844-A47E-90D863467C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7685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6793A-109A-A640-B2FF-8FEA7894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B2827F-AF07-0541-826C-1EBA73013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C07DFE-BC21-A149-82E4-AF10A953A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414B3C-2A03-4B40-8AFF-9F7C499B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EE81-4B9E-3C44-8C59-A2F629DB098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A1AA3-FFDE-324C-8A86-C85B87470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43D19B-7475-954D-B3B8-4403A5A9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5358-B657-8844-A47E-90D863467C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8466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2E2ED1-5A48-904B-9371-490BB4C4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D12769-8B86-3940-A120-F8C14AAB4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653E3-2E55-554D-846E-3522E9F40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080E69-01C5-D84A-B394-0DBCC5A81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428B73-C403-744B-8A37-4840477966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478282-A363-834B-ABA3-28D76BC79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EE81-4B9E-3C44-8C59-A2F629DB098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7369F1-8356-7248-95FF-65BE65C6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39A27C-FB26-3F48-9EB1-BB9927B5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5358-B657-8844-A47E-90D863467C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475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1B676-6E69-424C-BDBD-BEF1704EB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BE0CCB-7437-6243-843D-B1745339A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EE81-4B9E-3C44-8C59-A2F629DB098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063FFD-76ED-6142-9593-B13169911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4A7F7F-8AE0-554A-81B8-13FA6E5F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5358-B657-8844-A47E-90D863467C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906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9A7600-F059-9C43-A154-551C35A14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EE81-4B9E-3C44-8C59-A2F629DB098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7F6612-4565-C147-94BF-96DD14B76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FAF1F2-5F21-114F-B1F9-48129337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5358-B657-8844-A47E-90D863467C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307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F0B0C-C63A-F448-AD48-D45BFD85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C60855-A5EE-2C4D-A3FB-1B87B978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E7BD28-0C44-B146-9E82-45A08084F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93C4B4-2EEB-DC4F-A8B2-BA9BC2529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EE81-4B9E-3C44-8C59-A2F629DB098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C502FB-E41B-404F-B175-0BFFF8A0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4D45AD-C971-BD41-9890-5F4D08BC0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5358-B657-8844-A47E-90D863467C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8621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E594D-1F92-0841-9755-28DE52F93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D483A0-1880-6C42-BA66-EED3C620A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6A2A0E-70C6-D246-853B-05ABF8675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AEAC90-31C5-164F-8878-418F9638A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EE81-4B9E-3C44-8C59-A2F629DB098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CC00A1-89F5-D74D-A305-15977AEF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F7CC7B-125F-3544-B310-491AFC10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5358-B657-8844-A47E-90D863467C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346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B3C824-569D-6F42-B726-309CD815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EEC4C8-85B5-A647-9A1D-50A861D6F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23D852-77CA-9C43-B1A0-32B2FCD6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EE81-4B9E-3C44-8C59-A2F629DB098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A7FD9C-B7AD-5346-952F-09C2CD40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1BBC4A-A7B3-B04A-9A14-74879F6A6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5358-B657-8844-A47E-90D863467C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237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C80039-AEFA-0648-8593-1590A40F33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FAE1C4-0196-1B43-8878-6BE637B4D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054FE9-EB6F-B044-892F-B3ABEC7A0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EE81-4B9E-3C44-8C59-A2F629DB098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B9853-7FAD-774E-8C26-B9A88947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E43F8B-20BE-174E-B32A-8F850E22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5358-B657-8844-A47E-90D863467C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537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0BA6C0-3CA0-DB4B-99F1-A2A1462A3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48A48B-F8CD-8D4D-B46E-D8864AAA3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1738D4-C232-EA49-84A7-3C8548A09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7EE81-4B9E-3C44-8C59-A2F629DB0985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52F82D-F218-DC40-BFEC-8F5C8BBFE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FBEFDA-8EAA-F147-B21B-030D42BE0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85358-B657-8844-A47E-90D863467C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480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8A5A2-9E95-3149-92B9-9FEAEEB92B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F64CAFF-8CD8-3745-A2F8-33CF0EAF3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5326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彦霏</dc:creator>
  <cp:lastModifiedBy>陈 彦霏</cp:lastModifiedBy>
  <cp:revision>1</cp:revision>
  <dcterms:created xsi:type="dcterms:W3CDTF">2026-04-12T04:40:47Z</dcterms:created>
  <dcterms:modified xsi:type="dcterms:W3CDTF">2026-04-12T04:41:03Z</dcterms:modified>
</cp:coreProperties>
</file>